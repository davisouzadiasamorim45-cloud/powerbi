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43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52FF"/>
    <a:srgbClr val="00CCA8"/>
    <a:srgbClr val="180B24"/>
    <a:srgbClr val="B925A7"/>
    <a:srgbClr val="212F60"/>
    <a:srgbClr val="276048"/>
    <a:srgbClr val="63B303"/>
    <a:srgbClr val="EEFBC3"/>
    <a:srgbClr val="6BC403"/>
    <a:srgbClr val="B9F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355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alo Teotonio" userId="d1374ffdd24543fc" providerId="LiveId" clId="{3C2655D5-3484-47D5-A1B2-BE4D78F6BE6A}"/>
    <pc:docChg chg="custSel modSld">
      <pc:chgData name="Italo Teotonio" userId="d1374ffdd24543fc" providerId="LiveId" clId="{3C2655D5-3484-47D5-A1B2-BE4D78F6BE6A}" dt="2023-07-31T11:32:33.323" v="133" actId="1038"/>
      <pc:docMkLst>
        <pc:docMk/>
      </pc:docMkLst>
      <pc:sldChg chg="addSp delSp modSp mod">
        <pc:chgData name="Italo Teotonio" userId="d1374ffdd24543fc" providerId="LiveId" clId="{3C2655D5-3484-47D5-A1B2-BE4D78F6BE6A}" dt="2023-07-31T11:32:33.323" v="133" actId="1038"/>
        <pc:sldMkLst>
          <pc:docMk/>
          <pc:sldMk cId="331787550" sldId="422"/>
        </pc:sldMkLst>
      </pc:sldChg>
    </pc:docChg>
  </pc:docChgLst>
  <pc:docChgLst>
    <pc:chgData name="Italo Teotonio" userId="d1374ffdd24543fc" providerId="LiveId" clId="{CCEB9687-6FC3-4FEB-8E8B-D2C27BB5D93D}"/>
    <pc:docChg chg="modSld">
      <pc:chgData name="Italo Teotonio" userId="d1374ffdd24543fc" providerId="LiveId" clId="{CCEB9687-6FC3-4FEB-8E8B-D2C27BB5D93D}" dt="2022-04-13T12:18:28.925" v="1" actId="478"/>
      <pc:docMkLst>
        <pc:docMk/>
      </pc:docMkLst>
      <pc:sldChg chg="delSp">
        <pc:chgData name="Italo Teotonio" userId="d1374ffdd24543fc" providerId="LiveId" clId="{CCEB9687-6FC3-4FEB-8E8B-D2C27BB5D93D}" dt="2022-04-13T12:18:28.925" v="1" actId="478"/>
        <pc:sldMkLst>
          <pc:docMk/>
          <pc:sldMk cId="2275846822" sldId="407"/>
        </pc:sldMkLst>
      </pc:sldChg>
      <pc:sldChg chg="delSp">
        <pc:chgData name="Italo Teotonio" userId="d1374ffdd24543fc" providerId="LiveId" clId="{CCEB9687-6FC3-4FEB-8E8B-D2C27BB5D93D}" dt="2022-04-13T12:18:27.271" v="0" actId="478"/>
        <pc:sldMkLst>
          <pc:docMk/>
          <pc:sldMk cId="1591175586" sldId="408"/>
        </pc:sldMkLst>
      </pc:sldChg>
    </pc:docChg>
  </pc:docChgLst>
  <pc:docChgLst>
    <pc:chgData name="Italo Teotonio" userId="d1374ffdd24543fc" providerId="LiveId" clId="{D42B6711-0CE1-45A8-9DD4-27A842A16918}"/>
    <pc:docChg chg="undo custSel addSld modSld">
      <pc:chgData name="Italo Teotonio" userId="d1374ffdd24543fc" providerId="LiveId" clId="{D42B6711-0CE1-45A8-9DD4-27A842A16918}" dt="2023-08-01T12:49:18.256" v="287" actId="207"/>
      <pc:docMkLst>
        <pc:docMk/>
      </pc:docMkLst>
      <pc:sldChg chg="addSp modSp mod">
        <pc:chgData name="Italo Teotonio" userId="d1374ffdd24543fc" providerId="LiveId" clId="{D42B6711-0CE1-45A8-9DD4-27A842A16918}" dt="2023-07-31T20:30:28.975" v="117" actId="1036"/>
        <pc:sldMkLst>
          <pc:docMk/>
          <pc:sldMk cId="663206819" sldId="424"/>
        </pc:sldMkLst>
      </pc:sldChg>
      <pc:sldChg chg="addSp delSp modSp add mod">
        <pc:chgData name="Italo Teotonio" userId="d1374ffdd24543fc" providerId="LiveId" clId="{D42B6711-0CE1-45A8-9DD4-27A842A16918}" dt="2023-07-31T21:32:16.101" v="236" actId="1036"/>
        <pc:sldMkLst>
          <pc:docMk/>
          <pc:sldMk cId="783751451" sldId="425"/>
        </pc:sldMkLst>
      </pc:sldChg>
      <pc:sldChg chg="addSp delSp modSp add mod">
        <pc:chgData name="Italo Teotonio" userId="d1374ffdd24543fc" providerId="LiveId" clId="{D42B6711-0CE1-45A8-9DD4-27A842A16918}" dt="2023-08-01T12:49:18.256" v="287" actId="207"/>
        <pc:sldMkLst>
          <pc:docMk/>
          <pc:sldMk cId="1815664375" sldId="426"/>
        </pc:sldMkLst>
      </pc:sldChg>
    </pc:docChg>
  </pc:docChgLst>
  <pc:docChgLst>
    <pc:chgData name="Italo Teotonio" userId="d1374ffdd24543fc" providerId="LiveId" clId="{CFAC916F-968E-4059-920E-75123A92A825}"/>
    <pc:docChg chg="custSel modSld">
      <pc:chgData name="Italo Teotonio" userId="d1374ffdd24543fc" providerId="LiveId" clId="{CFAC916F-968E-4059-920E-75123A92A825}" dt="2024-08-21T17:23:31.453" v="7" actId="1036"/>
      <pc:docMkLst>
        <pc:docMk/>
      </pc:docMkLst>
      <pc:sldChg chg="addSp delSp modSp mod">
        <pc:chgData name="Italo Teotonio" userId="d1374ffdd24543fc" providerId="LiveId" clId="{CFAC916F-968E-4059-920E-75123A92A825}" dt="2024-08-21T17:23:31.453" v="7" actId="1036"/>
        <pc:sldMkLst>
          <pc:docMk/>
          <pc:sldMk cId="1770592987" sldId="436"/>
        </pc:sldMkLst>
      </pc:sldChg>
    </pc:docChg>
  </pc:docChgLst>
  <pc:docChgLst>
    <pc:chgData name="Italo Teotonio" userId="d1374ffdd24543fc" providerId="LiveId" clId="{5AA2160A-2427-44C3-A397-023FCC0E1303}"/>
    <pc:docChg chg="undo custSel addSld delSld modSld">
      <pc:chgData name="Italo Teotonio" userId="d1374ffdd24543fc" providerId="LiveId" clId="{5AA2160A-2427-44C3-A397-023FCC0E1303}" dt="2023-07-28T21:50:56.658" v="348" actId="14861"/>
      <pc:docMkLst>
        <pc:docMk/>
      </pc:docMkLst>
      <pc:sldChg chg="modSp mod">
        <pc:chgData name="Italo Teotonio" userId="d1374ffdd24543fc" providerId="LiveId" clId="{5AA2160A-2427-44C3-A397-023FCC0E1303}" dt="2023-07-27T20:51:20.362" v="50" actId="1076"/>
        <pc:sldMkLst>
          <pc:docMk/>
          <pc:sldMk cId="1345793156" sldId="398"/>
        </pc:sldMkLst>
      </pc:sldChg>
      <pc:sldChg chg="addSp delSp modSp add mod">
        <pc:chgData name="Italo Teotonio" userId="d1374ffdd24543fc" providerId="LiveId" clId="{5AA2160A-2427-44C3-A397-023FCC0E1303}" dt="2023-07-28T20:11:15.246" v="247" actId="1076"/>
        <pc:sldMkLst>
          <pc:docMk/>
          <pc:sldMk cId="331787550" sldId="422"/>
        </pc:sldMkLst>
      </pc:sldChg>
      <pc:sldChg chg="addSp delSp modSp add mod">
        <pc:chgData name="Italo Teotonio" userId="d1374ffdd24543fc" providerId="LiveId" clId="{5AA2160A-2427-44C3-A397-023FCC0E1303}" dt="2023-07-28T21:50:56.658" v="348" actId="14861"/>
        <pc:sldMkLst>
          <pc:docMk/>
          <pc:sldMk cId="1870480324" sldId="423"/>
        </pc:sldMkLst>
      </pc:sldChg>
      <pc:sldChg chg="modSp add del mod">
        <pc:chgData name="Italo Teotonio" userId="d1374ffdd24543fc" providerId="LiveId" clId="{5AA2160A-2427-44C3-A397-023FCC0E1303}" dt="2023-07-28T21:32:01.594" v="248" actId="47"/>
        <pc:sldMkLst>
          <pc:docMk/>
          <pc:sldMk cId="3113977565" sldId="423"/>
        </pc:sldMkLst>
      </pc:sldChg>
      <pc:sldChg chg="delSp add mod">
        <pc:chgData name="Italo Teotonio" userId="d1374ffdd24543fc" providerId="LiveId" clId="{5AA2160A-2427-44C3-A397-023FCC0E1303}" dt="2023-07-28T21:47:47.871" v="325" actId="478"/>
        <pc:sldMkLst>
          <pc:docMk/>
          <pc:sldMk cId="663206819" sldId="424"/>
        </pc:sldMkLst>
      </pc:sldChg>
    </pc:docChg>
  </pc:docChgLst>
  <pc:docChgLst>
    <pc:chgData name="Italo Teotonio" userId="d1374ffdd24543fc" providerId="LiveId" clId="{084AF50A-1E75-4809-A386-AB2B670B673E}"/>
    <pc:docChg chg="undo custSel addSld delSld modSld">
      <pc:chgData name="Italo Teotonio" userId="d1374ffdd24543fc" providerId="LiveId" clId="{084AF50A-1E75-4809-A386-AB2B670B673E}" dt="2023-08-03T19:51:46.378" v="16" actId="1038"/>
      <pc:docMkLst>
        <pc:docMk/>
      </pc:docMkLst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252202473" sldId="25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5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041159652" sldId="26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26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067218944" sldId="27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727444537" sldId="31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26906964" sldId="31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105406897" sldId="31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80323883" sldId="33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31317437" sldId="35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96541048" sldId="36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49399907" sldId="36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07419324" sldId="36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649099801" sldId="36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235415601" sldId="36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362596649" sldId="36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245964533" sldId="37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548325873" sldId="37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442168444" sldId="37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35602231" sldId="37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116992537" sldId="37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989132749" sldId="37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85810253" sldId="37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37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0" sldId="37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652974803" sldId="38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85775983" sldId="38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79806533" sldId="38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0463738" sldId="38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041457950" sldId="38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34441554" sldId="38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866479664" sldId="38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30405129" sldId="38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213844730" sldId="38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79552066" sldId="39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48672025" sldId="39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000510468" sldId="39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659577998" sldId="39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61735640" sldId="39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003037995" sldId="39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808198110" sldId="39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345793156" sldId="39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770904596" sldId="39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666377608" sldId="40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129624267" sldId="40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95590227" sldId="40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220656438" sldId="40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160276216" sldId="404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82847433" sldId="40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246490655" sldId="40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275846822" sldId="40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591175586" sldId="40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762207761" sldId="40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335877353" sldId="41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195391580" sldId="41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4153793630" sldId="41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614545175" sldId="413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755693059" sldId="415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81948921" sldId="416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306979916" sldId="417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561882486" sldId="418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483403182" sldId="419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101928740" sldId="420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2908706672" sldId="421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331787550" sldId="422"/>
        </pc:sldMkLst>
      </pc:sldChg>
      <pc:sldChg chg="add del">
        <pc:chgData name="Italo Teotonio" userId="d1374ffdd24543fc" providerId="LiveId" clId="{084AF50A-1E75-4809-A386-AB2B670B673E}" dt="2023-08-03T19:51:02.250" v="2" actId="47"/>
        <pc:sldMkLst>
          <pc:docMk/>
          <pc:sldMk cId="1870480324" sldId="423"/>
        </pc:sldMkLst>
      </pc:sldChg>
      <pc:sldChg chg="del">
        <pc:chgData name="Italo Teotonio" userId="d1374ffdd24543fc" providerId="LiveId" clId="{084AF50A-1E75-4809-A386-AB2B670B673E}" dt="2023-08-03T19:51:02.250" v="2" actId="47"/>
        <pc:sldMkLst>
          <pc:docMk/>
          <pc:sldMk cId="663206819" sldId="424"/>
        </pc:sldMkLst>
      </pc:sldChg>
      <pc:sldChg chg="modSp add del mod">
        <pc:chgData name="Italo Teotonio" userId="d1374ffdd24543fc" providerId="LiveId" clId="{084AF50A-1E75-4809-A386-AB2B670B673E}" dt="2023-08-03T19:51:16.201" v="10" actId="1038"/>
        <pc:sldMkLst>
          <pc:docMk/>
          <pc:sldMk cId="783751451" sldId="425"/>
        </pc:sldMkLst>
      </pc:sldChg>
      <pc:sldChg chg="del">
        <pc:chgData name="Italo Teotonio" userId="d1374ffdd24543fc" providerId="LiveId" clId="{084AF50A-1E75-4809-A386-AB2B670B673E}" dt="2023-08-03T19:51:02.250" v="2" actId="47"/>
        <pc:sldMkLst>
          <pc:docMk/>
          <pc:sldMk cId="1815664375" sldId="426"/>
        </pc:sldMkLst>
      </pc:sldChg>
      <pc:sldChg chg="add del">
        <pc:chgData name="Italo Teotonio" userId="d1374ffdd24543fc" providerId="LiveId" clId="{084AF50A-1E75-4809-A386-AB2B670B673E}" dt="2023-08-03T19:50:50.702" v="1" actId="47"/>
        <pc:sldMkLst>
          <pc:docMk/>
          <pc:sldMk cId="1101680827" sldId="427"/>
        </pc:sldMkLst>
      </pc:sldChg>
      <pc:sldChg chg="modSp add del mod">
        <pc:chgData name="Italo Teotonio" userId="d1374ffdd24543fc" providerId="LiveId" clId="{084AF50A-1E75-4809-A386-AB2B670B673E}" dt="2023-08-03T19:51:46.378" v="16" actId="1038"/>
        <pc:sldMkLst>
          <pc:docMk/>
          <pc:sldMk cId="3505130747" sldId="428"/>
        </pc:sldMkLst>
      </pc:sldChg>
    </pc:docChg>
  </pc:docChgLst>
  <pc:docChgLst>
    <pc:chgData name="Italo Teotonio" userId="d1374ffdd24543fc" providerId="LiveId" clId="{4585C5F2-D376-4C68-A98A-50D94A4CACEA}"/>
    <pc:docChg chg="custSel modSld">
      <pc:chgData name="Italo Teotonio" userId="d1374ffdd24543fc" providerId="LiveId" clId="{4585C5F2-D376-4C68-A98A-50D94A4CACEA}" dt="2025-03-12T10:36:10.724" v="2" actId="478"/>
      <pc:docMkLst>
        <pc:docMk/>
      </pc:docMkLst>
      <pc:sldChg chg="delSp mod">
        <pc:chgData name="Italo Teotonio" userId="d1374ffdd24543fc" providerId="LiveId" clId="{4585C5F2-D376-4C68-A98A-50D94A4CACEA}" dt="2025-03-12T10:36:10.724" v="2" actId="478"/>
        <pc:sldMkLst>
          <pc:docMk/>
          <pc:sldMk cId="1770592987" sldId="436"/>
        </pc:sldMkLst>
        <pc:spChg chg="del">
          <ac:chgData name="Italo Teotonio" userId="d1374ffdd24543fc" providerId="LiveId" clId="{4585C5F2-D376-4C68-A98A-50D94A4CACEA}" dt="2025-03-12T10:36:10.724" v="2" actId="478"/>
          <ac:spMkLst>
            <pc:docMk/>
            <pc:sldMk cId="1770592987" sldId="436"/>
            <ac:spMk id="10" creationId="{A513756D-C9F4-488B-9985-CA7DBDAA2E6B}"/>
          </ac:spMkLst>
        </pc:spChg>
        <pc:picChg chg="del">
          <ac:chgData name="Italo Teotonio" userId="d1374ffdd24543fc" providerId="LiveId" clId="{4585C5F2-D376-4C68-A98A-50D94A4CACEA}" dt="2025-03-12T10:36:08.295" v="0" actId="478"/>
          <ac:picMkLst>
            <pc:docMk/>
            <pc:sldMk cId="1770592987" sldId="436"/>
            <ac:picMk id="4" creationId="{FA7C34E5-640E-05E5-4327-FE664EA53BA2}"/>
          </ac:picMkLst>
        </pc:picChg>
        <pc:picChg chg="del">
          <ac:chgData name="Italo Teotonio" userId="d1374ffdd24543fc" providerId="LiveId" clId="{4585C5F2-D376-4C68-A98A-50D94A4CACEA}" dt="2025-03-12T10:36:09.155" v="1" actId="478"/>
          <ac:picMkLst>
            <pc:docMk/>
            <pc:sldMk cId="1770592987" sldId="436"/>
            <ac:picMk id="16" creationId="{07EF4835-905A-5A35-5CB0-4C76B45737EA}"/>
          </ac:picMkLst>
        </pc:picChg>
      </pc:sldChg>
    </pc:docChg>
  </pc:docChgLst>
  <pc:docChgLst>
    <pc:chgData name="Italo Teotonio" userId="d1374ffdd24543fc" providerId="LiveId" clId="{89F653E9-48EA-4048-9ACF-F363ED7B35B0}"/>
    <pc:docChg chg="undo custSel addSld modSld">
      <pc:chgData name="Italo Teotonio" userId="d1374ffdd24543fc" providerId="LiveId" clId="{89F653E9-48EA-4048-9ACF-F363ED7B35B0}" dt="2023-08-03T17:52:25.577" v="168" actId="1076"/>
      <pc:docMkLst>
        <pc:docMk/>
      </pc:docMkLst>
      <pc:sldChg chg="addSp delSp modSp mod">
        <pc:chgData name="Italo Teotonio" userId="d1374ffdd24543fc" providerId="LiveId" clId="{89F653E9-48EA-4048-9ACF-F363ED7B35B0}" dt="2023-08-03T17:52:25.577" v="168" actId="1076"/>
        <pc:sldMkLst>
          <pc:docMk/>
          <pc:sldMk cId="783751451" sldId="425"/>
        </pc:sldMkLst>
      </pc:sldChg>
      <pc:sldChg chg="modSp add mod">
        <pc:chgData name="Italo Teotonio" userId="d1374ffdd24543fc" providerId="LiveId" clId="{89F653E9-48EA-4048-9ACF-F363ED7B35B0}" dt="2023-08-03T17:40:37.876" v="129" actId="1076"/>
        <pc:sldMkLst>
          <pc:docMk/>
          <pc:sldMk cId="1101680827" sldId="427"/>
        </pc:sldMkLst>
      </pc:sldChg>
      <pc:sldChg chg="add">
        <pc:chgData name="Italo Teotonio" userId="d1374ffdd24543fc" providerId="LiveId" clId="{89F653E9-48EA-4048-9ACF-F363ED7B35B0}" dt="2023-08-03T17:52:04.481" v="164"/>
        <pc:sldMkLst>
          <pc:docMk/>
          <pc:sldMk cId="3505130747" sldId="4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9E555-AED3-45C4-A014-495656FD41A0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83CE3-DFF1-42F3-80E2-1D17595686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3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00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74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06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40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42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9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89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70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705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29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40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351E1-95A5-4477-87EB-C062A6424DDA}" type="datetimeFigureOut">
              <a:rPr lang="pt-BR" smtClean="0"/>
              <a:t>12/03/2025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27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FAE68F4-4114-54AC-C752-654232C18686}"/>
              </a:ext>
            </a:extLst>
          </p:cNvPr>
          <p:cNvSpPr/>
          <p:nvPr/>
        </p:nvSpPr>
        <p:spPr>
          <a:xfrm>
            <a:off x="-2950" y="0"/>
            <a:ext cx="6860950" cy="1219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685718A-29EF-7B5D-7A02-84D6B1B65071}"/>
              </a:ext>
            </a:extLst>
          </p:cNvPr>
          <p:cNvSpPr/>
          <p:nvPr/>
        </p:nvSpPr>
        <p:spPr>
          <a:xfrm>
            <a:off x="160926" y="160947"/>
            <a:ext cx="6563724" cy="11821503"/>
          </a:xfrm>
          <a:prstGeom prst="roundRect">
            <a:avLst>
              <a:gd name="adj" fmla="val 1398"/>
            </a:avLst>
          </a:prstGeom>
          <a:solidFill>
            <a:srgbClr val="FDF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9DCA5A1-1419-E852-2BF8-BD62A85F4A06}"/>
              </a:ext>
            </a:extLst>
          </p:cNvPr>
          <p:cNvSpPr/>
          <p:nvPr/>
        </p:nvSpPr>
        <p:spPr>
          <a:xfrm>
            <a:off x="368728" y="8027318"/>
            <a:ext cx="6141422" cy="3045788"/>
          </a:xfrm>
          <a:prstGeom prst="roundRect">
            <a:avLst>
              <a:gd name="adj" fmla="val 4084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C289CA3-D2B5-15C7-D7D2-81CCF3CD29F3}"/>
              </a:ext>
            </a:extLst>
          </p:cNvPr>
          <p:cNvSpPr txBox="1"/>
          <p:nvPr/>
        </p:nvSpPr>
        <p:spPr>
          <a:xfrm>
            <a:off x="1879809" y="422114"/>
            <a:ext cx="3574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Análise de 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Produtos</a:t>
            </a:r>
          </a:p>
        </p:txBody>
      </p:sp>
      <p:sp>
        <p:nvSpPr>
          <p:cNvPr id="14" name="Retângulo Arredondado 46">
            <a:extLst>
              <a:ext uri="{FF2B5EF4-FFF2-40B4-BE49-F238E27FC236}">
                <a16:creationId xmlns:a16="http://schemas.microsoft.com/office/drawing/2014/main" id="{1E241117-64EF-2068-0539-D82DB1E482EE}"/>
              </a:ext>
            </a:extLst>
          </p:cNvPr>
          <p:cNvSpPr/>
          <p:nvPr/>
        </p:nvSpPr>
        <p:spPr>
          <a:xfrm>
            <a:off x="368728" y="2315782"/>
            <a:ext cx="2941631" cy="2597029"/>
          </a:xfrm>
          <a:prstGeom prst="roundRect">
            <a:avLst>
              <a:gd name="adj" fmla="val 4564"/>
            </a:avLst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pt-BR" sz="1400" dirty="0">
              <a:latin typeface="Aptos" panose="020B0004020202020204" pitchFamily="34" charset="0"/>
              <a:ea typeface="Roboto Light" panose="02000000000000000000" pitchFamily="2" charset="0"/>
            </a:endParaRPr>
          </a:p>
        </p:txBody>
      </p:sp>
      <p:sp>
        <p:nvSpPr>
          <p:cNvPr id="28" name="Fluxograma: Conector 27">
            <a:extLst>
              <a:ext uri="{FF2B5EF4-FFF2-40B4-BE49-F238E27FC236}">
                <a16:creationId xmlns:a16="http://schemas.microsoft.com/office/drawing/2014/main" id="{D065E373-1A6C-819B-0F12-BE0D3B71A9D8}"/>
              </a:ext>
            </a:extLst>
          </p:cNvPr>
          <p:cNvSpPr/>
          <p:nvPr/>
        </p:nvSpPr>
        <p:spPr>
          <a:xfrm>
            <a:off x="823427" y="2572330"/>
            <a:ext cx="2032232" cy="2083932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FC38E43-9CFA-5744-DBB7-A8A432D5BEFA}"/>
              </a:ext>
            </a:extLst>
          </p:cNvPr>
          <p:cNvSpPr/>
          <p:nvPr/>
        </p:nvSpPr>
        <p:spPr>
          <a:xfrm>
            <a:off x="3547644" y="2315781"/>
            <a:ext cx="2962506" cy="2597029"/>
          </a:xfrm>
          <a:prstGeom prst="roundRect">
            <a:avLst>
              <a:gd name="adj" fmla="val 5807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Análises Gerais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BBD8214-38F3-6EE5-E562-8A6251FFA35D}"/>
              </a:ext>
            </a:extLst>
          </p:cNvPr>
          <p:cNvSpPr/>
          <p:nvPr/>
        </p:nvSpPr>
        <p:spPr>
          <a:xfrm>
            <a:off x="375426" y="5339381"/>
            <a:ext cx="6134723" cy="2405450"/>
          </a:xfrm>
          <a:prstGeom prst="roundRect">
            <a:avLst>
              <a:gd name="adj" fmla="val 5807"/>
            </a:avLst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Object 20" descr="preencoded.png">
            <a:extLst>
              <a:ext uri="{FF2B5EF4-FFF2-40B4-BE49-F238E27FC236}">
                <a16:creationId xmlns:a16="http://schemas.microsoft.com/office/drawing/2014/main" id="{92070FBE-3A9E-553D-DA52-CE0C1300F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9725" y="1526458"/>
            <a:ext cx="360000" cy="360000"/>
          </a:xfrm>
          <a:prstGeom prst="rect">
            <a:avLst/>
          </a:prstGeom>
        </p:spPr>
      </p:pic>
      <p:pic>
        <p:nvPicPr>
          <p:cNvPr id="12" name="Imagem 11" descr="Uma imagem contendo Logotipo&#10;&#10;Descrição gerada automaticamente">
            <a:extLst>
              <a:ext uri="{FF2B5EF4-FFF2-40B4-BE49-F238E27FC236}">
                <a16:creationId xmlns:a16="http://schemas.microsoft.com/office/drawing/2014/main" id="{70396693-50CC-E59E-F142-BA0A500AC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987" y="11369767"/>
            <a:ext cx="1508884" cy="400119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E93BB518-AD31-1029-897F-2FAA61823B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725" y="253468"/>
            <a:ext cx="1141285" cy="76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929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6912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Segoe UI</vt:lpstr>
      <vt:lpstr>Tema do Office 2013 - 2022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Italo Teotonio</dc:creator>
  <cp:lastModifiedBy>Italo Teotonio</cp:lastModifiedBy>
  <cp:revision>39</cp:revision>
  <dcterms:created xsi:type="dcterms:W3CDTF">2022-02-02T21:26:44Z</dcterms:created>
  <dcterms:modified xsi:type="dcterms:W3CDTF">2025-03-12T10:36:14Z</dcterms:modified>
</cp:coreProperties>
</file>