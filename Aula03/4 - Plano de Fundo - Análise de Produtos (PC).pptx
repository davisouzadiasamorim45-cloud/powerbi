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3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FFFFFF"/>
    <a:srgbClr val="FDFAFE"/>
    <a:srgbClr val="00B2F7"/>
    <a:srgbClr val="8C52FF"/>
    <a:srgbClr val="00CCA8"/>
    <a:srgbClr val="180B24"/>
    <a:srgbClr val="B925A7"/>
    <a:srgbClr val="212F60"/>
    <a:srgbClr val="2760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9" d="100"/>
          <a:sy n="99" d="100"/>
        </p:scale>
        <p:origin x="131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talo Teotonio" userId="d1374ffdd24543fc" providerId="LiveId" clId="{CCEB9687-6FC3-4FEB-8E8B-D2C27BB5D93D}"/>
    <pc:docChg chg="modSld">
      <pc:chgData name="Italo Teotonio" userId="d1374ffdd24543fc" providerId="LiveId" clId="{CCEB9687-6FC3-4FEB-8E8B-D2C27BB5D93D}" dt="2022-04-13T12:18:28.925" v="1" actId="478"/>
      <pc:docMkLst>
        <pc:docMk/>
      </pc:docMkLst>
      <pc:sldChg chg="delSp">
        <pc:chgData name="Italo Teotonio" userId="d1374ffdd24543fc" providerId="LiveId" clId="{CCEB9687-6FC3-4FEB-8E8B-D2C27BB5D93D}" dt="2022-04-13T12:18:28.925" v="1" actId="478"/>
        <pc:sldMkLst>
          <pc:docMk/>
          <pc:sldMk cId="2275846822" sldId="407"/>
        </pc:sldMkLst>
      </pc:sldChg>
      <pc:sldChg chg="delSp">
        <pc:chgData name="Italo Teotonio" userId="d1374ffdd24543fc" providerId="LiveId" clId="{CCEB9687-6FC3-4FEB-8E8B-D2C27BB5D93D}" dt="2022-04-13T12:18:27.271" v="0" actId="478"/>
        <pc:sldMkLst>
          <pc:docMk/>
          <pc:sldMk cId="1591175586" sldId="408"/>
        </pc:sldMkLst>
      </pc:sldChg>
    </pc:docChg>
  </pc:docChgLst>
  <pc:docChgLst>
    <pc:chgData name="Italo Teotonio" userId="d1374ffdd24543fc" providerId="LiveId" clId="{DE79AB91-2171-4B08-AA83-0495273563E4}"/>
    <pc:docChg chg="undo custSel modSld">
      <pc:chgData name="Italo Teotonio" userId="d1374ffdd24543fc" providerId="LiveId" clId="{DE79AB91-2171-4B08-AA83-0495273563E4}" dt="2024-08-21T17:35:01.645" v="65" actId="1035"/>
      <pc:docMkLst>
        <pc:docMk/>
      </pc:docMkLst>
      <pc:sldChg chg="addSp delSp modSp mod">
        <pc:chgData name="Italo Teotonio" userId="d1374ffdd24543fc" providerId="LiveId" clId="{DE79AB91-2171-4B08-AA83-0495273563E4}" dt="2024-08-21T17:35:01.645" v="65" actId="1035"/>
        <pc:sldMkLst>
          <pc:docMk/>
          <pc:sldMk cId="1770592987" sldId="436"/>
        </pc:sldMkLst>
      </pc:sldChg>
    </pc:docChg>
  </pc:docChgLst>
  <pc:docChgLst>
    <pc:chgData name="Italo Teotonio" userId="d1374ffdd24543fc" providerId="LiveId" clId="{084AF50A-1E75-4809-A386-AB2B670B673E}"/>
    <pc:docChg chg="undo custSel addSld delSld modSld">
      <pc:chgData name="Italo Teotonio" userId="d1374ffdd24543fc" providerId="LiveId" clId="{084AF50A-1E75-4809-A386-AB2B670B673E}" dt="2023-08-03T19:51:46.378" v="16" actId="1038"/>
      <pc:docMkLst>
        <pc:docMk/>
      </pc:docMkLst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56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5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4252202473" sldId="258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5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60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041159652" sldId="26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6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6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64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65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66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067218944" sldId="27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727444537" sldId="31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526906964" sldId="31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105406897" sldId="318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80323883" sldId="33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931317437" sldId="35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596541048" sldId="36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749399907" sldId="36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507419324" sldId="364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649099801" sldId="365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235415601" sldId="366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362596649" sldId="36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245964533" sldId="370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548325873" sldId="37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442168444" sldId="37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735602231" sldId="37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116992537" sldId="374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989132749" sldId="375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985810253" sldId="376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37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37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652974803" sldId="380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585775983" sldId="38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879806533" sldId="38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80463738" sldId="38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041457950" sldId="384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734441554" sldId="385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866479664" sldId="38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30405129" sldId="388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4213844730" sldId="38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579552066" sldId="390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748672025" sldId="39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000510468" sldId="39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659577998" sldId="39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61735640" sldId="394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003037995" sldId="395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808198110" sldId="39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345793156" sldId="398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770904596" sldId="39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666377608" sldId="400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4129624267" sldId="40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595590227" sldId="40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220656438" sldId="40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160276216" sldId="404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582847433" sldId="405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246490655" sldId="406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275846822" sldId="40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591175586" sldId="408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762207761" sldId="40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335877353" sldId="410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195391580" sldId="41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4153793630" sldId="41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614545175" sldId="41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755693059" sldId="415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81948921" sldId="416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306979916" sldId="41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561882486" sldId="418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483403182" sldId="41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101928740" sldId="420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908706672" sldId="42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31787550" sldId="42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870480324" sldId="423"/>
        </pc:sldMkLst>
      </pc:sldChg>
      <pc:sldChg chg="del">
        <pc:chgData name="Italo Teotonio" userId="d1374ffdd24543fc" providerId="LiveId" clId="{084AF50A-1E75-4809-A386-AB2B670B673E}" dt="2023-08-03T19:51:02.250" v="2" actId="47"/>
        <pc:sldMkLst>
          <pc:docMk/>
          <pc:sldMk cId="663206819" sldId="424"/>
        </pc:sldMkLst>
      </pc:sldChg>
      <pc:sldChg chg="modSp add del mod">
        <pc:chgData name="Italo Teotonio" userId="d1374ffdd24543fc" providerId="LiveId" clId="{084AF50A-1E75-4809-A386-AB2B670B673E}" dt="2023-08-03T19:51:16.201" v="10" actId="1038"/>
        <pc:sldMkLst>
          <pc:docMk/>
          <pc:sldMk cId="783751451" sldId="425"/>
        </pc:sldMkLst>
      </pc:sldChg>
      <pc:sldChg chg="del">
        <pc:chgData name="Italo Teotonio" userId="d1374ffdd24543fc" providerId="LiveId" clId="{084AF50A-1E75-4809-A386-AB2B670B673E}" dt="2023-08-03T19:51:02.250" v="2" actId="47"/>
        <pc:sldMkLst>
          <pc:docMk/>
          <pc:sldMk cId="1815664375" sldId="426"/>
        </pc:sldMkLst>
      </pc:sldChg>
      <pc:sldChg chg="add del">
        <pc:chgData name="Italo Teotonio" userId="d1374ffdd24543fc" providerId="LiveId" clId="{084AF50A-1E75-4809-A386-AB2B670B673E}" dt="2023-08-03T19:50:50.702" v="1" actId="47"/>
        <pc:sldMkLst>
          <pc:docMk/>
          <pc:sldMk cId="1101680827" sldId="427"/>
        </pc:sldMkLst>
      </pc:sldChg>
      <pc:sldChg chg="modSp add del mod">
        <pc:chgData name="Italo Teotonio" userId="d1374ffdd24543fc" providerId="LiveId" clId="{084AF50A-1E75-4809-A386-AB2B670B673E}" dt="2023-08-03T19:51:46.378" v="16" actId="1038"/>
        <pc:sldMkLst>
          <pc:docMk/>
          <pc:sldMk cId="3505130747" sldId="428"/>
        </pc:sldMkLst>
      </pc:sldChg>
    </pc:docChg>
  </pc:docChgLst>
  <pc:docChgLst>
    <pc:chgData name="Italo Teotonio" userId="d1374ffdd24543fc" providerId="LiveId" clId="{70F1E89D-28DA-45E6-9FD7-CB3AA7362942}"/>
    <pc:docChg chg="custSel modSld">
      <pc:chgData name="Italo Teotonio" userId="d1374ffdd24543fc" providerId="LiveId" clId="{70F1E89D-28DA-45E6-9FD7-CB3AA7362942}" dt="2025-03-12T10:37:03.665" v="15" actId="14100"/>
      <pc:docMkLst>
        <pc:docMk/>
      </pc:docMkLst>
      <pc:sldChg chg="delSp modSp mod">
        <pc:chgData name="Italo Teotonio" userId="d1374ffdd24543fc" providerId="LiveId" clId="{70F1E89D-28DA-45E6-9FD7-CB3AA7362942}" dt="2025-03-12T10:37:03.665" v="15" actId="14100"/>
        <pc:sldMkLst>
          <pc:docMk/>
          <pc:sldMk cId="1770592987" sldId="436"/>
        </pc:sldMkLst>
        <pc:spChg chg="del">
          <ac:chgData name="Italo Teotonio" userId="d1374ffdd24543fc" providerId="LiveId" clId="{70F1E89D-28DA-45E6-9FD7-CB3AA7362942}" dt="2025-03-12T10:36:36.919" v="2" actId="478"/>
          <ac:spMkLst>
            <pc:docMk/>
            <pc:sldMk cId="1770592987" sldId="436"/>
            <ac:spMk id="4" creationId="{8FE3B3A6-40D9-4F5B-FA49-640585BAFA44}"/>
          </ac:spMkLst>
        </pc:spChg>
        <pc:spChg chg="mod">
          <ac:chgData name="Italo Teotonio" userId="d1374ffdd24543fc" providerId="LiveId" clId="{70F1E89D-28DA-45E6-9FD7-CB3AA7362942}" dt="2025-03-12T10:37:01.393" v="14" actId="14100"/>
          <ac:spMkLst>
            <pc:docMk/>
            <pc:sldMk cId="1770592987" sldId="436"/>
            <ac:spMk id="14" creationId="{1E241117-64EF-2068-0539-D82DB1E482EE}"/>
          </ac:spMkLst>
        </pc:spChg>
        <pc:spChg chg="mod">
          <ac:chgData name="Italo Teotonio" userId="d1374ffdd24543fc" providerId="LiveId" clId="{70F1E89D-28DA-45E6-9FD7-CB3AA7362942}" dt="2025-03-12T10:36:58.528" v="13" actId="1035"/>
          <ac:spMkLst>
            <pc:docMk/>
            <pc:sldMk cId="1770592987" sldId="436"/>
            <ac:spMk id="28" creationId="{D065E373-1A6C-819B-0F12-BE0D3B71A9D8}"/>
          </ac:spMkLst>
        </pc:spChg>
        <pc:spChg chg="mod">
          <ac:chgData name="Italo Teotonio" userId="d1374ffdd24543fc" providerId="LiveId" clId="{70F1E89D-28DA-45E6-9FD7-CB3AA7362942}" dt="2025-03-12T10:37:03.665" v="15" actId="14100"/>
          <ac:spMkLst>
            <pc:docMk/>
            <pc:sldMk cId="1770592987" sldId="436"/>
            <ac:spMk id="29" creationId="{CFC38E43-9CFA-5744-DBB7-A8A432D5BEFA}"/>
          </ac:spMkLst>
        </pc:spChg>
        <pc:picChg chg="mod">
          <ac:chgData name="Italo Teotonio" userId="d1374ffdd24543fc" providerId="LiveId" clId="{70F1E89D-28DA-45E6-9FD7-CB3AA7362942}" dt="2025-03-12T10:36:41.050" v="3" actId="1076"/>
          <ac:picMkLst>
            <pc:docMk/>
            <pc:sldMk cId="1770592987" sldId="436"/>
            <ac:picMk id="3" creationId="{9237AD7F-2A5F-EC9B-97DA-FB26C4BD08ED}"/>
          </ac:picMkLst>
        </pc:picChg>
        <pc:picChg chg="del">
          <ac:chgData name="Italo Teotonio" userId="d1374ffdd24543fc" providerId="LiveId" clId="{70F1E89D-28DA-45E6-9FD7-CB3AA7362942}" dt="2025-03-12T10:36:35.472" v="1" actId="478"/>
          <ac:picMkLst>
            <pc:docMk/>
            <pc:sldMk cId="1770592987" sldId="436"/>
            <ac:picMk id="10" creationId="{AD3F9AD5-DB82-0A77-B8E4-0FB817821901}"/>
          </ac:picMkLst>
        </pc:picChg>
        <pc:picChg chg="del">
          <ac:chgData name="Italo Teotonio" userId="d1374ffdd24543fc" providerId="LiveId" clId="{70F1E89D-28DA-45E6-9FD7-CB3AA7362942}" dt="2025-03-12T10:36:34.566" v="0" actId="478"/>
          <ac:picMkLst>
            <pc:docMk/>
            <pc:sldMk cId="1770592987" sldId="436"/>
            <ac:picMk id="24" creationId="{55853F10-10B7-B485-4F22-030823BB9E77}"/>
          </ac:picMkLst>
        </pc:picChg>
      </pc:sldChg>
    </pc:docChg>
  </pc:docChgLst>
  <pc:docChgLst>
    <pc:chgData name="Italo Teotonio" userId="d1374ffdd24543fc" providerId="LiveId" clId="{89F653E9-48EA-4048-9ACF-F363ED7B35B0}"/>
    <pc:docChg chg="undo custSel addSld modSld">
      <pc:chgData name="Italo Teotonio" userId="d1374ffdd24543fc" providerId="LiveId" clId="{89F653E9-48EA-4048-9ACF-F363ED7B35B0}" dt="2023-08-03T17:52:25.577" v="168" actId="1076"/>
      <pc:docMkLst>
        <pc:docMk/>
      </pc:docMkLst>
      <pc:sldChg chg="addSp delSp modSp mod">
        <pc:chgData name="Italo Teotonio" userId="d1374ffdd24543fc" providerId="LiveId" clId="{89F653E9-48EA-4048-9ACF-F363ED7B35B0}" dt="2023-08-03T17:52:25.577" v="168" actId="1076"/>
        <pc:sldMkLst>
          <pc:docMk/>
          <pc:sldMk cId="783751451" sldId="425"/>
        </pc:sldMkLst>
      </pc:sldChg>
      <pc:sldChg chg="modSp add mod">
        <pc:chgData name="Italo Teotonio" userId="d1374ffdd24543fc" providerId="LiveId" clId="{89F653E9-48EA-4048-9ACF-F363ED7B35B0}" dt="2023-08-03T17:40:37.876" v="129" actId="1076"/>
        <pc:sldMkLst>
          <pc:docMk/>
          <pc:sldMk cId="1101680827" sldId="427"/>
        </pc:sldMkLst>
      </pc:sldChg>
      <pc:sldChg chg="add">
        <pc:chgData name="Italo Teotonio" userId="d1374ffdd24543fc" providerId="LiveId" clId="{89F653E9-48EA-4048-9ACF-F363ED7B35B0}" dt="2023-08-03T17:52:04.481" v="164"/>
        <pc:sldMkLst>
          <pc:docMk/>
          <pc:sldMk cId="3505130747" sldId="428"/>
        </pc:sldMkLst>
      </pc:sldChg>
    </pc:docChg>
  </pc:docChgLst>
  <pc:docChgLst>
    <pc:chgData name="Italo Teotonio" userId="d1374ffdd24543fc" providerId="LiveId" clId="{3C2655D5-3484-47D5-A1B2-BE4D78F6BE6A}"/>
    <pc:docChg chg="custSel modSld">
      <pc:chgData name="Italo Teotonio" userId="d1374ffdd24543fc" providerId="LiveId" clId="{3C2655D5-3484-47D5-A1B2-BE4D78F6BE6A}" dt="2023-07-31T11:32:33.323" v="133" actId="1038"/>
      <pc:docMkLst>
        <pc:docMk/>
      </pc:docMkLst>
      <pc:sldChg chg="addSp delSp modSp mod">
        <pc:chgData name="Italo Teotonio" userId="d1374ffdd24543fc" providerId="LiveId" clId="{3C2655D5-3484-47D5-A1B2-BE4D78F6BE6A}" dt="2023-07-31T11:32:33.323" v="133" actId="1038"/>
        <pc:sldMkLst>
          <pc:docMk/>
          <pc:sldMk cId="331787550" sldId="422"/>
        </pc:sldMkLst>
      </pc:sldChg>
    </pc:docChg>
  </pc:docChgLst>
  <pc:docChgLst>
    <pc:chgData name="Italo Teotonio" userId="d1374ffdd24543fc" providerId="LiveId" clId="{D42B6711-0CE1-45A8-9DD4-27A842A16918}"/>
    <pc:docChg chg="undo custSel addSld modSld">
      <pc:chgData name="Italo Teotonio" userId="d1374ffdd24543fc" providerId="LiveId" clId="{D42B6711-0CE1-45A8-9DD4-27A842A16918}" dt="2023-08-01T12:49:18.256" v="287" actId="207"/>
      <pc:docMkLst>
        <pc:docMk/>
      </pc:docMkLst>
      <pc:sldChg chg="addSp modSp mod">
        <pc:chgData name="Italo Teotonio" userId="d1374ffdd24543fc" providerId="LiveId" clId="{D42B6711-0CE1-45A8-9DD4-27A842A16918}" dt="2023-07-31T20:30:28.975" v="117" actId="1036"/>
        <pc:sldMkLst>
          <pc:docMk/>
          <pc:sldMk cId="663206819" sldId="424"/>
        </pc:sldMkLst>
      </pc:sldChg>
      <pc:sldChg chg="addSp delSp modSp add mod">
        <pc:chgData name="Italo Teotonio" userId="d1374ffdd24543fc" providerId="LiveId" clId="{D42B6711-0CE1-45A8-9DD4-27A842A16918}" dt="2023-07-31T21:32:16.101" v="236" actId="1036"/>
        <pc:sldMkLst>
          <pc:docMk/>
          <pc:sldMk cId="783751451" sldId="425"/>
        </pc:sldMkLst>
      </pc:sldChg>
      <pc:sldChg chg="addSp delSp modSp add mod">
        <pc:chgData name="Italo Teotonio" userId="d1374ffdd24543fc" providerId="LiveId" clId="{D42B6711-0CE1-45A8-9DD4-27A842A16918}" dt="2023-08-01T12:49:18.256" v="287" actId="207"/>
        <pc:sldMkLst>
          <pc:docMk/>
          <pc:sldMk cId="1815664375" sldId="426"/>
        </pc:sldMkLst>
      </pc:sldChg>
    </pc:docChg>
  </pc:docChgLst>
  <pc:docChgLst>
    <pc:chgData name="Italo Teotonio" userId="d1374ffdd24543fc" providerId="LiveId" clId="{5AA2160A-2427-44C3-A397-023FCC0E1303}"/>
    <pc:docChg chg="undo custSel addSld delSld modSld">
      <pc:chgData name="Italo Teotonio" userId="d1374ffdd24543fc" providerId="LiveId" clId="{5AA2160A-2427-44C3-A397-023FCC0E1303}" dt="2023-07-28T21:50:56.658" v="348" actId="14861"/>
      <pc:docMkLst>
        <pc:docMk/>
      </pc:docMkLst>
      <pc:sldChg chg="modSp mod">
        <pc:chgData name="Italo Teotonio" userId="d1374ffdd24543fc" providerId="LiveId" clId="{5AA2160A-2427-44C3-A397-023FCC0E1303}" dt="2023-07-27T20:51:20.362" v="50" actId="1076"/>
        <pc:sldMkLst>
          <pc:docMk/>
          <pc:sldMk cId="1345793156" sldId="398"/>
        </pc:sldMkLst>
      </pc:sldChg>
      <pc:sldChg chg="addSp delSp modSp add mod">
        <pc:chgData name="Italo Teotonio" userId="d1374ffdd24543fc" providerId="LiveId" clId="{5AA2160A-2427-44C3-A397-023FCC0E1303}" dt="2023-07-28T20:11:15.246" v="247" actId="1076"/>
        <pc:sldMkLst>
          <pc:docMk/>
          <pc:sldMk cId="331787550" sldId="422"/>
        </pc:sldMkLst>
      </pc:sldChg>
      <pc:sldChg chg="addSp delSp modSp add mod">
        <pc:chgData name="Italo Teotonio" userId="d1374ffdd24543fc" providerId="LiveId" clId="{5AA2160A-2427-44C3-A397-023FCC0E1303}" dt="2023-07-28T21:50:56.658" v="348" actId="14861"/>
        <pc:sldMkLst>
          <pc:docMk/>
          <pc:sldMk cId="1870480324" sldId="423"/>
        </pc:sldMkLst>
      </pc:sldChg>
      <pc:sldChg chg="modSp add del mod">
        <pc:chgData name="Italo Teotonio" userId="d1374ffdd24543fc" providerId="LiveId" clId="{5AA2160A-2427-44C3-A397-023FCC0E1303}" dt="2023-07-28T21:32:01.594" v="248" actId="47"/>
        <pc:sldMkLst>
          <pc:docMk/>
          <pc:sldMk cId="3113977565" sldId="423"/>
        </pc:sldMkLst>
      </pc:sldChg>
      <pc:sldChg chg="delSp add mod">
        <pc:chgData name="Italo Teotonio" userId="d1374ffdd24543fc" providerId="LiveId" clId="{5AA2160A-2427-44C3-A397-023FCC0E1303}" dt="2023-07-28T21:47:47.871" v="325" actId="478"/>
        <pc:sldMkLst>
          <pc:docMk/>
          <pc:sldMk cId="663206819" sldId="42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89E555-AED3-45C4-A014-495656FD41A0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383CE3-DFF1-42F3-80E2-1D17595686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831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BB6049-606E-40C7-8CB8-48EF4A7F5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140F0D-061B-49F2-8915-808572292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8D25EA-C1C4-45D9-880C-4C78DD1A7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C1E0CD-0677-42D9-BF9D-B77BA2FEE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36E69B-6CA6-4570-ADA1-624C0B670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0423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E8F596-43C3-431C-B09C-5F4F957A4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14B226-C98A-4064-8959-A47872CA8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D38483-4840-4ACF-AAB5-1CE5A7649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0421F5-C625-4364-9F30-C31A05E93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589AED-57C0-45E9-82E2-8269DDAE0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3865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CB2509-17AB-47B5-AFF6-75DA9954C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C6440E-AD6B-4697-9E36-A46ABE3BE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17C7C3-3030-482A-A885-E3F210AB7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22AFE6-24E1-4BC3-BB91-3C7BE5660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6BD3AC-0AAA-47A5-8027-E11AD5972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0594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D12339-A385-4BA2-912C-E2ED34715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5F80BB-CD35-40AC-B88B-2BC1CAB81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D5C7217-8D15-43FD-B70A-6FF33A712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C6F626-3B1B-4079-BF56-EA75EC88F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4D439D4-D0C9-4836-8833-90C238121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EA3FA67-BB38-40E9-A085-AD79206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0489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E0998D-9A4E-45C0-9794-88F6490A1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29A492-FC8D-4F77-8DA4-20FB352DF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5247BF9-6241-45C9-94AB-8E5EA4051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2BAF7C1-339A-4FA6-850A-9C96E722AF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4B92B63-0393-4590-B18F-29011B8510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D309E0C-9690-4BD0-B2C4-DB202886C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7DF4F23-06F5-47F3-BB6C-BEE7C4663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77BDCFE-2EE4-437C-BBF2-0859F55C2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157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19DB5A-F39F-4600-B109-6C2AEAE6A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804C490-D2C3-4862-B441-BCA075A6C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A29165A-3354-46C4-BB7A-7284A3425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EE6AAF1-AD13-4792-B9ED-418638358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8647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158CC9F-E955-49E5-876C-FD07398C2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71CEA13-5894-48D1-8A0A-ED1DF5CD7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C8065AC-E6C4-4A4C-9914-501FF7B58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8722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A5111E-C31E-4E41-8866-0E65A27BB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303CF4-E693-4F5E-A3F9-EB3D7D9B9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671FE41-0A5E-4351-B120-9BEDE1E5F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D200DF-99E6-48EF-8208-95D97BA0C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C5513C-EA73-4E27-8280-597945959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F03253-F792-4EBF-B058-432112D02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7509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1C3D58-2C32-4CBC-889E-BE572185C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166E66D-D347-46DA-BF3D-2577A61666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E9D8C7-A8C2-437B-BF63-AD1FD2B55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52ECFB3-7592-4A6F-BD37-4BC73098B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68FEDC-8DF2-49A6-8012-49F911EFA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9FBDCF-4E12-4645-84F8-03D8990F8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1742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DAA7B5-3ECF-41CF-8831-AFE2E2698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F13E7A4-4DF7-40D0-92C6-D38F7B342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F1022F-1DC8-4724-B6C3-44B253360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2E360E-8B05-42C2-A962-D23E963F9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363B15-2C5E-44C3-B49D-0ED15F8AC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0160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2B3E160-5179-464A-ACDF-3C13B78346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99787F5-63F9-4703-A080-E585B8909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2E3831-9B56-4912-8A0E-87E578A30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97230D-55BE-4ACB-ACEE-A800FA01A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7641F5-4EA9-479C-A586-711CD3C9A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3865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C0CF4E3-B577-460A-AEF3-EAA7B61BF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70D0AC-6DE5-4E76-ABB9-15B6E94EA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86C7CF-C824-4599-895B-3EE247D1F5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A351E1-95A5-4477-87EB-C062A6424DDA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2F4E2F-1DC7-473C-898A-3EA29CA2D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89C58F-D8C3-464A-BC3C-D0FA4574E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1097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CFAE68F4-4114-54AC-C752-654232C186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685718A-29EF-7B5D-7A02-84D6B1B65071}"/>
              </a:ext>
            </a:extLst>
          </p:cNvPr>
          <p:cNvSpPr/>
          <p:nvPr/>
        </p:nvSpPr>
        <p:spPr>
          <a:xfrm>
            <a:off x="186613" y="114299"/>
            <a:ext cx="11852988" cy="6641063"/>
          </a:xfrm>
          <a:prstGeom prst="roundRect">
            <a:avLst>
              <a:gd name="adj" fmla="val 1398"/>
            </a:avLst>
          </a:prstGeom>
          <a:solidFill>
            <a:srgbClr val="FDFA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9DCA5A1-1419-E852-2BF8-BD62A85F4A06}"/>
              </a:ext>
            </a:extLst>
          </p:cNvPr>
          <p:cNvSpPr/>
          <p:nvPr/>
        </p:nvSpPr>
        <p:spPr>
          <a:xfrm>
            <a:off x="5232694" y="844147"/>
            <a:ext cx="6355924" cy="3248622"/>
          </a:xfrm>
          <a:prstGeom prst="roundRect">
            <a:avLst>
              <a:gd name="adj" fmla="val 4084"/>
            </a:avLst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Arredondado 46">
            <a:extLst>
              <a:ext uri="{FF2B5EF4-FFF2-40B4-BE49-F238E27FC236}">
                <a16:creationId xmlns:a16="http://schemas.microsoft.com/office/drawing/2014/main" id="{1E241117-64EF-2068-0539-D82DB1E482EE}"/>
              </a:ext>
            </a:extLst>
          </p:cNvPr>
          <p:cNvSpPr/>
          <p:nvPr/>
        </p:nvSpPr>
        <p:spPr>
          <a:xfrm>
            <a:off x="836839" y="844147"/>
            <a:ext cx="4181476" cy="3025209"/>
          </a:xfrm>
          <a:prstGeom prst="roundRect">
            <a:avLst>
              <a:gd name="adj" fmla="val 4564"/>
            </a:avLst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  <a:effectLst>
            <a:outerShdw blurRad="177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pt-BR" sz="1400" dirty="0">
              <a:latin typeface="Aptos" panose="020B0004020202020204" pitchFamily="34" charset="0"/>
              <a:ea typeface="Roboto Light" panose="02000000000000000000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C289CA3-D2B5-15C7-D7D2-81CCF3CD29F3}"/>
              </a:ext>
            </a:extLst>
          </p:cNvPr>
          <p:cNvSpPr txBox="1"/>
          <p:nvPr/>
        </p:nvSpPr>
        <p:spPr>
          <a:xfrm>
            <a:off x="2053007" y="442043"/>
            <a:ext cx="35742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Segoe UI" panose="020B0502040204020203" pitchFamily="34" charset="0"/>
                <a:cs typeface="Segoe UI" panose="020B0502040204020203" pitchFamily="34" charset="0"/>
              </a:rPr>
              <a:t>Análise de </a:t>
            </a:r>
            <a:r>
              <a:rPr lang="pt-BR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Produtos</a:t>
            </a:r>
          </a:p>
        </p:txBody>
      </p:sp>
      <p:sp>
        <p:nvSpPr>
          <p:cNvPr id="28" name="Fluxograma: Conector 27">
            <a:extLst>
              <a:ext uri="{FF2B5EF4-FFF2-40B4-BE49-F238E27FC236}">
                <a16:creationId xmlns:a16="http://schemas.microsoft.com/office/drawing/2014/main" id="{D065E373-1A6C-819B-0F12-BE0D3B71A9D8}"/>
              </a:ext>
            </a:extLst>
          </p:cNvPr>
          <p:cNvSpPr/>
          <p:nvPr/>
        </p:nvSpPr>
        <p:spPr>
          <a:xfrm>
            <a:off x="1656518" y="1068813"/>
            <a:ext cx="2542118" cy="2606789"/>
          </a:xfrm>
          <a:prstGeom prst="flowChartConnector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CFC38E43-9CFA-5744-DBB7-A8A432D5BEFA}"/>
              </a:ext>
            </a:extLst>
          </p:cNvPr>
          <p:cNvSpPr/>
          <p:nvPr/>
        </p:nvSpPr>
        <p:spPr>
          <a:xfrm>
            <a:off x="836839" y="4034511"/>
            <a:ext cx="4181476" cy="2578008"/>
          </a:xfrm>
          <a:prstGeom prst="roundRect">
            <a:avLst>
              <a:gd name="adj" fmla="val 5807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6BBD8214-38F3-6EE5-E562-8A6251FFA35D}"/>
              </a:ext>
            </a:extLst>
          </p:cNvPr>
          <p:cNvSpPr/>
          <p:nvPr/>
        </p:nvSpPr>
        <p:spPr>
          <a:xfrm>
            <a:off x="5232693" y="4207069"/>
            <a:ext cx="6355923" cy="2405450"/>
          </a:xfrm>
          <a:prstGeom prst="roundRect">
            <a:avLst>
              <a:gd name="adj" fmla="val 5807"/>
            </a:avLst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Object 20" descr="preencoded.png">
            <a:extLst>
              <a:ext uri="{FF2B5EF4-FFF2-40B4-BE49-F238E27FC236}">
                <a16:creationId xmlns:a16="http://schemas.microsoft.com/office/drawing/2014/main" id="{92070FBE-3A9E-553D-DA52-CE0C1300FB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232693" y="334913"/>
            <a:ext cx="360000" cy="3600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E93BB518-AD31-1029-897F-2FAA61823B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6839" y="142802"/>
            <a:ext cx="1141285" cy="760856"/>
          </a:xfrm>
          <a:prstGeom prst="rect">
            <a:avLst/>
          </a:prstGeom>
        </p:spPr>
      </p:pic>
      <p:pic>
        <p:nvPicPr>
          <p:cNvPr id="3" name="Imagem 2" descr="Uma imagem contendo Logotipo&#10;&#10;Descrição gerada automaticamente">
            <a:extLst>
              <a:ext uri="{FF2B5EF4-FFF2-40B4-BE49-F238E27FC236}">
                <a16:creationId xmlns:a16="http://schemas.microsoft.com/office/drawing/2014/main" id="{9237AD7F-2A5F-EC9B-97DA-FB26C4BD08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3186" y="383572"/>
            <a:ext cx="1122571" cy="297679"/>
          </a:xfrm>
          <a:prstGeom prst="rect">
            <a:avLst/>
          </a:prstGeom>
        </p:spPr>
      </p:pic>
      <p:sp>
        <p:nvSpPr>
          <p:cNvPr id="6" name="Retângulo Arredondado 46">
            <a:extLst>
              <a:ext uri="{FF2B5EF4-FFF2-40B4-BE49-F238E27FC236}">
                <a16:creationId xmlns:a16="http://schemas.microsoft.com/office/drawing/2014/main" id="{53E7619B-1CA8-BE00-E65F-D0F06C683205}"/>
              </a:ext>
            </a:extLst>
          </p:cNvPr>
          <p:cNvSpPr/>
          <p:nvPr/>
        </p:nvSpPr>
        <p:spPr>
          <a:xfrm>
            <a:off x="-1830899" y="980259"/>
            <a:ext cx="1389596" cy="730850"/>
          </a:xfrm>
          <a:prstGeom prst="roundRect">
            <a:avLst>
              <a:gd name="adj" fmla="val 10535"/>
            </a:avLst>
          </a:prstGeom>
          <a:solidFill>
            <a:srgbClr val="00B2F7"/>
          </a:solidFill>
          <a:ln>
            <a:noFill/>
          </a:ln>
          <a:effectLst>
            <a:outerShdw blurRad="177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Aptos" panose="020B0004020202020204" pitchFamily="34" charset="0"/>
                <a:ea typeface="Roboto Light" panose="02000000000000000000" pitchFamily="2" charset="0"/>
              </a:rPr>
              <a:t>#00B2F7</a:t>
            </a:r>
          </a:p>
        </p:txBody>
      </p:sp>
      <p:sp>
        <p:nvSpPr>
          <p:cNvPr id="8" name="Retângulo Arredondado 46">
            <a:extLst>
              <a:ext uri="{FF2B5EF4-FFF2-40B4-BE49-F238E27FC236}">
                <a16:creationId xmlns:a16="http://schemas.microsoft.com/office/drawing/2014/main" id="{DE3C4616-1FF7-94A9-F03B-6CE5F9FB8BD5}"/>
              </a:ext>
            </a:extLst>
          </p:cNvPr>
          <p:cNvSpPr/>
          <p:nvPr/>
        </p:nvSpPr>
        <p:spPr>
          <a:xfrm>
            <a:off x="-1837719" y="1839349"/>
            <a:ext cx="1389596" cy="730850"/>
          </a:xfrm>
          <a:prstGeom prst="roundRect">
            <a:avLst>
              <a:gd name="adj" fmla="val 10535"/>
            </a:avLst>
          </a:prstGeom>
          <a:solidFill>
            <a:srgbClr val="FDFAFE"/>
          </a:solidFill>
          <a:ln>
            <a:noFill/>
          </a:ln>
          <a:effectLst>
            <a:outerShdw blurRad="177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Aptos" panose="020B0004020202020204" pitchFamily="34" charset="0"/>
                <a:ea typeface="Roboto Light" panose="02000000000000000000" pitchFamily="2" charset="0"/>
              </a:rPr>
              <a:t>#FDFAFE</a:t>
            </a:r>
          </a:p>
        </p:txBody>
      </p:sp>
      <p:sp>
        <p:nvSpPr>
          <p:cNvPr id="12" name="Retângulo Arredondado 46">
            <a:extLst>
              <a:ext uri="{FF2B5EF4-FFF2-40B4-BE49-F238E27FC236}">
                <a16:creationId xmlns:a16="http://schemas.microsoft.com/office/drawing/2014/main" id="{9D30AF02-6C1C-DBCF-ECD5-2E70CBFE4BEE}"/>
              </a:ext>
            </a:extLst>
          </p:cNvPr>
          <p:cNvSpPr/>
          <p:nvPr/>
        </p:nvSpPr>
        <p:spPr>
          <a:xfrm>
            <a:off x="-1840465" y="2717570"/>
            <a:ext cx="1389596" cy="730850"/>
          </a:xfrm>
          <a:prstGeom prst="roundRect">
            <a:avLst>
              <a:gd name="adj" fmla="val 10535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Aptos" panose="020B0004020202020204" pitchFamily="34" charset="0"/>
                <a:ea typeface="Roboto Light" panose="02000000000000000000" pitchFamily="2" charset="0"/>
              </a:rPr>
              <a:t>#FFFFFF</a:t>
            </a:r>
          </a:p>
        </p:txBody>
      </p:sp>
      <p:sp>
        <p:nvSpPr>
          <p:cNvPr id="15" name="Retângulo Arredondado 46">
            <a:extLst>
              <a:ext uri="{FF2B5EF4-FFF2-40B4-BE49-F238E27FC236}">
                <a16:creationId xmlns:a16="http://schemas.microsoft.com/office/drawing/2014/main" id="{39D39D5A-9EA2-FBA7-BB35-F39D88A7E084}"/>
              </a:ext>
            </a:extLst>
          </p:cNvPr>
          <p:cNvSpPr/>
          <p:nvPr/>
        </p:nvSpPr>
        <p:spPr>
          <a:xfrm>
            <a:off x="-1840465" y="3607365"/>
            <a:ext cx="1389596" cy="730850"/>
          </a:xfrm>
          <a:prstGeom prst="roundRect">
            <a:avLst>
              <a:gd name="adj" fmla="val 10535"/>
            </a:avLst>
          </a:prstGeom>
          <a:solidFill>
            <a:srgbClr val="002060"/>
          </a:solidFill>
          <a:ln>
            <a:noFill/>
          </a:ln>
          <a:effectLst>
            <a:outerShdw blurRad="177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Aptos" panose="020B0004020202020204" pitchFamily="34" charset="0"/>
                <a:ea typeface="Roboto Light" panose="02000000000000000000" pitchFamily="2" charset="0"/>
              </a:rPr>
              <a:t>#002060</a:t>
            </a:r>
          </a:p>
        </p:txBody>
      </p:sp>
    </p:spTree>
    <p:extLst>
      <p:ext uri="{BB962C8B-B14F-4D97-AF65-F5344CB8AC3E}">
        <p14:creationId xmlns:p14="http://schemas.microsoft.com/office/powerpoint/2010/main" val="17705929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6933</TotalTime>
  <Words>11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Segoe UI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Italo Teotonio</dc:creator>
  <cp:lastModifiedBy>Italo Teotonio</cp:lastModifiedBy>
  <cp:revision>45</cp:revision>
  <dcterms:created xsi:type="dcterms:W3CDTF">2022-02-02T21:26:44Z</dcterms:created>
  <dcterms:modified xsi:type="dcterms:W3CDTF">2025-03-12T10:37:07Z</dcterms:modified>
</cp:coreProperties>
</file>